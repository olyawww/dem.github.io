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20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14.xml.rels" ContentType="application/vnd.openxmlformats-package.relationships+xml"/>
  <Override PartName="/ppt/slides/_rels/slide19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9.xml.rels" ContentType="application/vnd.openxmlformats-package.relationships+xml"/>
  <Override PartName="/ppt/slides/_rels/slide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9C2F67-0798-4A8A-8C04-EA101181D2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B984843-0818-4632-9E30-FA63C11F1E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B8FABF5-3285-4D5A-8319-9CD0235A44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25A61F0-87AD-4A12-A77B-D5C02D66BF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9C7B7EE-1C5C-4292-9602-7F0CFD3624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E711155-4674-45AB-9E80-D95930BFE5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6029557-2E3F-4B97-B5B1-D059CAE094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B6AB9DF-D3F4-45AD-8293-86DC4E3CBF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E96168C-D8D2-414F-A6CD-9DE2338CFC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716A8C73-652A-4589-8CD6-C0F9AD716E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Text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A9AF17B7-28DF-4D63-ABF0-6CC1FBD5F9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CE92B9-1D90-40CB-8780-E6026239B25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44744D-478A-463B-9416-5FEAFE744D89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10EEEA-EBE3-4D8D-A3C0-6C6157E469D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2D3960-DA9C-4D40-A74C-AEF4C2DA62FC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DF3FE5-F391-45F7-A246-867C7B0670B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B79395-5ABE-4BED-84B0-6F162EA18E0E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F1712F-1AF0-4CF8-A090-17192D84BE1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00ACC5-8A21-4933-9308-65ACAA5C3664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8D590B-4821-43DB-A26A-2CDEDE37D7D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FD4784-4B4A-445B-B74C-1F08AD64353B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D171BE-F844-4298-BB38-3B04BA10CFC0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Программирование</a:t>
            </a:r>
            <a:endParaRPr b="0" lang="ru-RU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83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длину стороны квадрата. Вывести на экран площадь квадрата.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81"/>
          <p:cNvSpPr/>
          <p:nvPr/>
        </p:nvSpPr>
        <p:spPr>
          <a:xfrm>
            <a:off x="1014120" y="2894400"/>
            <a:ext cx="8861760" cy="301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длины стороны квадрата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side = float(input("Введите длину стороны квадрата: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площади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area = side * side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print("Площадь квадрата:", area)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7560000" y="2894400"/>
            <a:ext cx="18072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 rot="21597600">
            <a:off x="7920000" y="1261440"/>
            <a:ext cx="4089240" cy="700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import math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def main():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print("=== Игра: Компьютер угадывает ваше число ===")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print("Загадайте целое число, а я попробую его отгадать.")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1. Получение диапазона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while True: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 = int(input("Введите нижнюю границу диапазона (N):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 = int(input("Введите верхнюю границу диапазона (M):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N &gt; M: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print("❌ Ошибка: N не может быть больше M. Попробуйте снова.")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break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print("❌ Пожалуйста, введите целые числа.")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19360" y="169920"/>
            <a:ext cx="10514880" cy="270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сторон прямоугольника. Вывести на экран площадь прямоугольника.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84"/>
          <p:cNvSpPr/>
          <p:nvPr/>
        </p:nvSpPr>
        <p:spPr>
          <a:xfrm>
            <a:off x="853920" y="3365640"/>
            <a:ext cx="3599280" cy="36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длин сторон прямоугольника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 = float(input("Введите длину первой стороны: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b = float(input("Введите длину второй стороны: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площади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area = a * b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print("Площадь прямоугольника:", area)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5626440" y="3420000"/>
            <a:ext cx="6793560" cy="572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import math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def main():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print("=== Игра: Компьютер угадывает ваше число ===")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print("Загадайте целое число, а я попробую его отгадать.")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1. Получение диапазона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while True: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 = int(input("Введите нижнюю границу диапазона (N):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 = int(input("Введите верхнюю границу диапазона (M):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N &gt; M: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print("❌ Ошибка: N не может быть больше M. Попробуйте снова.")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break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print("❌ Пожалуйста, введите целые числа.")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23360" y="487800"/>
            <a:ext cx="10514880" cy="211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арифметическое.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87"/>
          <p:cNvSpPr/>
          <p:nvPr/>
        </p:nvSpPr>
        <p:spPr>
          <a:xfrm>
            <a:off x="486000" y="3007440"/>
            <a:ext cx="3599280" cy="36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двух чисел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среднего арифметического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average = (num1 + num2) 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print("Среднее арифметическое:", average)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990320" y="3240000"/>
            <a:ext cx="6529680" cy="26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num1 = float(input("Введите первое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num2 = float(input("Введите второе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average = (num1 + num2) 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print(f"Среднее арифметическое: {average:.2f}")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print("Ошибка: введите корректные числовые значения.")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57160" y="365040"/>
            <a:ext cx="10514880" cy="188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геометрическое.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90"/>
          <p:cNvSpPr/>
          <p:nvPr/>
        </p:nvSpPr>
        <p:spPr>
          <a:xfrm>
            <a:off x="816120" y="2762280"/>
            <a:ext cx="3599280" cy="36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двух чисел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среднего арифметического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average = (num1 + num2) 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print("Среднее арифметическое:", average)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5220000" y="3060000"/>
            <a:ext cx="6529680" cy="162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num1 = float(input("Введите первое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num2 = float(input("Введите второе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print(f"Среднее арифметическое: {(num1 + num2) / 2:.2f}")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print("Ошибка: введите корректные числовые значения.")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20760"/>
            <a:ext cx="10514880" cy="307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катетов прямоугольного треугольника. Вывести на экран его гипотенузу и площадь.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93"/>
          <p:cNvSpPr/>
          <p:nvPr/>
        </p:nvSpPr>
        <p:spPr>
          <a:xfrm>
            <a:off x="1260000" y="3506040"/>
            <a:ext cx="3599280" cy="58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длин катетов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 = float(input("Введите длину первого катета: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b = float(input("Введите длину второго катета: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гипотенузы по теореме Пифагора: c = sqrt(a^2 + b^2)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hypotenuse = math.sqrt(a**2 + b**2)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площади: S = (a * b) 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area = (a * b) 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print(f"Гипотенуза: {hypotenuse}")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print(f"Площадь: {area}")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5220000" y="3060000"/>
            <a:ext cx="6120000" cy="469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import math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Ввод длин катетов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 = float(input("Введите длину первого катета: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b = float(input("Введите длину второго катета: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Вычисление гипотенузы по теореме Пифагора: c = sqrt(a^2 + b^2)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hypotenuse = math.sqrt(a**2 + b**2)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Вычисление площади: S = (a * b) 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area = (a * b) 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 результатов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print(f"Гипотенуза: {hypotenuse}")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print(f"Площадь: {area}")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24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число N. Вывести на экран через запятую (N-1)</a:t>
            </a:r>
            <a:r>
              <a:rPr b="0" lang="ru-RU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, N</a:t>
            </a:r>
            <a:r>
              <a:rPr b="0" lang="ru-RU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, (N+1)</a:t>
            </a:r>
            <a:r>
              <a:rPr b="0" lang="ru-RU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96"/>
          <p:cNvSpPr/>
          <p:nvPr/>
        </p:nvSpPr>
        <p:spPr>
          <a:xfrm>
            <a:off x="882000" y="3497760"/>
            <a:ext cx="3599280" cy="28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числа 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 = int(input("Введите число N: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квадратов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val1 = (n - 1) **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val2 = n **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val3 = (n + 1) **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через запятую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print(f"{val1}, {val2}, {val3}")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5580000" y="2700000"/>
            <a:ext cx="3698280" cy="26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Ввод числа 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 = int(input("Введите число N: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Вычисление квадратов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val1 = (n - 1) **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val2 = n **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val3 = (n + 1) **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 через запятую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print(f"{val1}, {val2}, {val3}")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252000"/>
            <a:ext cx="10514880" cy="23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год. Вывести на экран ответ, является ли год високосным.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99"/>
          <p:cNvSpPr/>
          <p:nvPr/>
        </p:nvSpPr>
        <p:spPr>
          <a:xfrm>
            <a:off x="834840" y="3177360"/>
            <a:ext cx="3599280" cy="25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года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year = int(input("Введите год: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Проверка на високосный год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(year % 4 == 0 and year % 100 != 0) or (year % 400 == 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print("Год високосный")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print("Год не високосный")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5067720" y="3240000"/>
            <a:ext cx="6272280" cy="213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Ввод года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year = int(input("Введите год: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Проверка на високосный год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(year % 4 == 0 and year % 100 != 0) or (year % 400 == 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print("Год високосный")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print("Год не високосный")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79880" y="311040"/>
            <a:ext cx="10514880" cy="257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целое число. Программа должна ответить, четным или нечетным является это число.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02"/>
          <p:cNvSpPr/>
          <p:nvPr/>
        </p:nvSpPr>
        <p:spPr>
          <a:xfrm>
            <a:off x="570960" y="3252600"/>
            <a:ext cx="3599280" cy="31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целого числа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number = int(input("Введите целое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Проверка на четность с помощью оператора остатка от деления (%)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number % 2 ==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print("Число четное")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print("Число нечетное")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5400000" y="4114080"/>
            <a:ext cx="6432120" cy="290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number = int(input("Введите целое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number % 2 ==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print("Число четное")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print("Число нечетное")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print("Ошибка: введите целое число (без букв, запятых и дробной части).")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42080" y="443160"/>
            <a:ext cx="10514880" cy="291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Если первое число меньше второго, то вычислить их сумму, иначе – разность первого и второго.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05"/>
          <p:cNvSpPr/>
          <p:nvPr/>
        </p:nvSpPr>
        <p:spPr>
          <a:xfrm>
            <a:off x="627480" y="3459960"/>
            <a:ext cx="3599280" cy="55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двух чисел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Проверка условия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num1 &lt; num2: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Если первое меньше второго, вычисляем сумму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result = num1 + num2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print(f"Первое число меньше второго. Сумма: {result}")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Иначе (если первое больше или равно второму) вычисляем разность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result = num1 - num2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print(f"Первое число не меньше второго. Разность: {result}")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4860000" y="3240000"/>
            <a:ext cx="7326720" cy="341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num1 = float(input("Введите первое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num2 = float(input("Введите второе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num1 &lt; num2: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result = num1 + num2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print(f"Первое число меньше второго. Сумма: {result:.2f}")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result = num1 - num2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print(f"Первое число не меньше второго. Разность: {result:.2f}")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print("Ошибка: введите корректные числовые значения.")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218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первые 16 степеней числа 2.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08"/>
          <p:cNvSpPr/>
          <p:nvPr/>
        </p:nvSpPr>
        <p:spPr>
          <a:xfrm>
            <a:off x="919800" y="3148920"/>
            <a:ext cx="3599280" cy="11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print("Первые 16 степеней числа 2:")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range(16):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print(f"2^{i} = {2 ** i}")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2139120" y="5108040"/>
            <a:ext cx="791352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print("Первые 16 степеней числа 2:")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for i in range(16):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{:&gt;2} и {:&gt;5} выравнивают столбцы по правому краю для читаемости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print(f"2^{i:&gt;2} = {2**i:&gt;5}")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65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четных чисел.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11"/>
          <p:cNvSpPr/>
          <p:nvPr/>
        </p:nvSpPr>
        <p:spPr>
          <a:xfrm>
            <a:off x="938520" y="2498040"/>
            <a:ext cx="3599280" cy="33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count_even = 0  # Счетчик четных чисел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 % 2 ==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count_even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print(f"Количество четных чисел: {count_even}")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5123880" y="2340000"/>
            <a:ext cx="5316120" cy="4185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count_even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while True: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 = int(input(f"Число {i + 1}: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break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print("⚠️ Ошибка: введите целое число (без букв и запятых).")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num % 2 ==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count_even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print(f"Количество четных чисел: {count_even}")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79880" y="252720"/>
            <a:ext cx="10514880" cy="232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положительных, сколько отрицательных и сколько нулей.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114"/>
          <p:cNvSpPr/>
          <p:nvPr/>
        </p:nvSpPr>
        <p:spPr>
          <a:xfrm>
            <a:off x="759600" y="2752920"/>
            <a:ext cx="3599280" cy="64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Инициализация счетчиков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positive_count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negative_count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zero_count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 &gt;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positive_count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elif num &lt;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negative_count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zero_count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print(f"Положительных чисел: {positive_count}")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print(f"Отрицательных чисел: {negative_count}")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print(f"Нулей: {zero_count}")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4358880" y="3240000"/>
            <a:ext cx="7476120" cy="6233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positive_count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negative_count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zero_count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while True: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 = int(input(f"Число {i + 1}: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break  # Выход из цикла while при успешном вводе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print("⚠️ Ошибка: введите целое число (без букв и запятых).")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num &gt;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positive_count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elif num &lt;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negative_count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zero_count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print(f"Положительных чисел: {positive_count}")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print(f"Отрицательных чисел: {negative_count}")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print(f"Нулей: {zero_count}")  # ✅ Скобка добавлена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780080" y="780120"/>
            <a:ext cx="6167160" cy="251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Найти разницу между наибольшим и наименьшим.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117"/>
          <p:cNvSpPr/>
          <p:nvPr/>
        </p:nvSpPr>
        <p:spPr>
          <a:xfrm>
            <a:off x="674640" y="857160"/>
            <a:ext cx="3599280" cy="9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Инициализация переменных для хранения максимума и минимума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Используем None, чтобы правильно обработать первое введенное число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max_num = None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min_num = None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Для первого числа устанавливаем и максимум, и минимум равными ему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max_num is None or num &gt; max_num: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max_num = 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min_num is None or num &lt; min_num: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min_num = 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разницы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difference = max_num - min_num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print(f"Наибольшее число: {max_num}")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print(f"Наименьшее число: {min_num}")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print(f"Разница между наибольшим и наименьшим: {difference}")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4780080" y="3541320"/>
            <a:ext cx="6621480" cy="674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Инициализация переменных для хранения максимума и минимума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max_num = None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min_num = None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 = int(input(f"Число {i + 1}: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Для первого числа устанавливаем и максимум, и минимум равными ему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max_num is None or num &gt; max_num: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max_num = 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min_num is None or num &lt; min_num: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min_num = 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Вычисление разницы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difference = max_num - min_num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 результатов (завершённая строка)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print(f"Наибольшее число: {max_num}")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print(f"Наименьшее число: {min_num}")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print(f"Разница между наибольшим и наименьшим: {difference}")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469040" y="990360"/>
            <a:ext cx="6620040" cy="257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количество чисел, равных максимальному элементу массива.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20"/>
          <p:cNvSpPr/>
          <p:nvPr/>
        </p:nvSpPr>
        <p:spPr>
          <a:xfrm>
            <a:off x="608760" y="1253160"/>
            <a:ext cx="3599280" cy="74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Создаем пустой список для хранения чисел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 = []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A.append(num)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Находим максимальный элемент в массиве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max_element = max(A)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Подсчитываем количество элементов, равных максимальному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count_max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num in A: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 == max_element: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count_max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print(f"Массив: {A}")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print(f"Максимальный элемент: {max_element}")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print(f"Количество чисел, равных максимальному: {count_max}")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4500000" y="4860000"/>
            <a:ext cx="6967080" cy="290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 = []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A.append(int(input(f"Число {i + 1}: ")))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max_element = max(A)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count_max = A.count(max_element)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print(f"Массив: {A}")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print(f"Максимальный элемент: {max_element}")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print(f"Количество чисел, равных максимальному: {count_max}")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16000" y="2581200"/>
            <a:ext cx="6843600" cy="156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разницу между суммой всех элементов с четными индексами и суммой всех элементов с нечетными индексами.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23"/>
          <p:cNvSpPr/>
          <p:nvPr/>
        </p:nvSpPr>
        <p:spPr>
          <a:xfrm>
            <a:off x="7709760" y="621360"/>
            <a:ext cx="3599280" cy="102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Инициализация списка и переменных для сумм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 = []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sum_even_indices = 0  # Сумма элементов с четными индексами (0, 2, 4...)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sum_odd_indices = 0   # Сумма элементов с нечетными индексами (1, 3, 5...)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 = int(input(f"Элемент с индексом {i}: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A.append(num)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Проверяем четность индекса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i % 2 ==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sum_even_indices += 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sum_odd_indices += 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Вычисляем разницу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difference = sum_even_indices - sum_odd_indices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print(f"Массив: {A}")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print(f"Сумма элементов с четными индексами: {sum_even_indices}")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print(f"Сумма элементов с нечетными индексами: {sum_odd_indices}")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print(f"Разница (четные индексы - нечетные индексы): {difference}")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80000" y="6612480"/>
            <a:ext cx="6314760" cy="367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Ввод текста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text = input("Введите текст: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Инициализация счетчика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count_digits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Проходим по каждому символу в тексте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for char in text: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Проверка, является ли символ цифрой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char.isdigit():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count_digits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print(f"Количество арабских цифр в тексте: {count_digits}")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10000" y="374400"/>
            <a:ext cx="10514880" cy="224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Подсчитать количество арабских цифр в тексте, введенном пользователем с клавиатуры.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126"/>
          <p:cNvSpPr/>
          <p:nvPr/>
        </p:nvSpPr>
        <p:spPr>
          <a:xfrm>
            <a:off x="957600" y="2979000"/>
            <a:ext cx="3599280" cy="47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текста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текст: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Инициализация счетчика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count_digits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Проходим по каждому символу в тексте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char in text: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Проверка, является ли символ цифрой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char.isdigit():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count_digits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print(f"Количество арабских цифр в тексте: {count_digits}")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5940000" y="3060000"/>
            <a:ext cx="54414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text = input("Введите строку: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text_without_spaces = "".join(text.split())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print("Строка без пробелов:", text_without_spaces)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22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Убрать из строки, введенной пользователем все пробелы, и распечатать ее.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29"/>
          <p:cNvSpPr/>
          <p:nvPr/>
        </p:nvSpPr>
        <p:spPr>
          <a:xfrm>
            <a:off x="948240" y="3111120"/>
            <a:ext cx="3599280" cy="36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строки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строку: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Удаление всех пробелов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Метод replace заменяет все вхождения первого аргумента на второй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text_without_spaces = text.replace(" ", "")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print("Строка без пробелов:", text_without_spaces)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4547520" y="2880000"/>
            <a:ext cx="7427880" cy="341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Ввод строки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text = input("Введите строку: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Разбиваем строку на слова.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split() без аргументов автоматически игнорирует несколько пробелов, табуляции и переводы строк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words = text.split()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Проверяем, есть ли слова в строке (защита от пустого ввода)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words: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print("Первое слово:", words[0])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print("Вы не ввели ни одного слова.")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527040" y="374400"/>
            <a:ext cx="10514880" cy="234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первое слово из строки, введенной пользователем с клавиатуры.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32"/>
          <p:cNvSpPr/>
          <p:nvPr/>
        </p:nvSpPr>
        <p:spPr>
          <a:xfrm>
            <a:off x="665280" y="3261960"/>
            <a:ext cx="3599280" cy="47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строки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строку: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Разбиваем строку на слова.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split() без аргументов автоматически игнорирует несколько пробелов, табуляции и переводы строк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words = text.split()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Проверяем, есть ли слова в строке (защита от пустого ввода)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words: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print("Первое слово:", words[0])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print("Вы не ввели ни одного слова.")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4860000" y="2880000"/>
            <a:ext cx="6206400" cy="316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text = input("Введите текст для записи в файл: ").strip()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not text: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print("⚠️ Ввод пустой. Запись пропущена.")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filename = "output.txt"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with open(filename, 'w', encoding='utf-8') as file: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file.write(text)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print(f"✅ Текст успешно записан в файл '{filename}'")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except OSError as 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print(f"❌ Ошибка записи файла: {e}")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74200" y="431280"/>
            <a:ext cx="10514880" cy="21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с клавиатуры текст. Записать его в файл.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35"/>
          <p:cNvSpPr/>
          <p:nvPr/>
        </p:nvSpPr>
        <p:spPr>
          <a:xfrm>
            <a:off x="646200" y="2960280"/>
            <a:ext cx="3599280" cy="61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текста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текст для записи в файл: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Имя файла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filename = "output.txt"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Запись текста в файл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'w' (write) означает режим записи. Если файла нет, он создастся.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Если файл есть, его содержимое будет перезаписано.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encoding='utf-8' нужен для корректной работы с русским языком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with open(filename, 'w', encoding='utf-8') as file: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file.write(text)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print(f"Текст успешно записан в файл '{filename}'")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5400000" y="3240000"/>
            <a:ext cx="6022080" cy="444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➕ Добавить текст в конец файла (не перезаписывая)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with open(filename, 'a', encoding='utf-8') as file: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file.write(text + '\n')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📁 Использовать современные пути (Python 3.4+)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from pathlib import Path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Path(filename).write_text(text, encoding='utf-8')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🛡️ Добавить обработку ошибок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with open(filename, 'w', encoding='utf-8') as file: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file.write(text)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except OSError as 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print(f"Ошибка записи: {e}")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375520" y="346320"/>
            <a:ext cx="6400800" cy="238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Написать программу для следующей игры человека с компьютером. Человек загадывает некоторое число из диапазона [N,M], а компьютер должен отгадать это число за минимальное количество вопросов типа »да-нет» (Ваше число больше 25? Ваше число меньше 70? И т.д.)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138"/>
          <p:cNvSpPr/>
          <p:nvPr/>
        </p:nvSpPr>
        <p:spPr>
          <a:xfrm>
            <a:off x="174960" y="93240"/>
            <a:ext cx="8965440" cy="138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def main():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print("=== Игра: Компьютер угадывает ваше число ===")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print("Загадайте целое число, а я попробую его отгадать.")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1. Получение диапазона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while True: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 = int(input("Введите нижнюю границу диапазона (N):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 = int(input("Введите верхнюю границу диапазона (M):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 &gt; M: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print("Ошибка: N не может быть больше M. Попробуйте снова.")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break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print("Пожалуйста, введите целые числа.")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print(f"\nОтлично! Ваше число находится в диапазоне [{N}, {M}].")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print("Отвечайте на мои вопросы:")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print("'y' или 'д' — если Да")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print("'n' или 'н' — если Нет")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print("'q' — если я ошибся и хочу начать заново\n")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2. Инициализация границ поиска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low = 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high = 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attempts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3. Цикл бинарного поиска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while low &lt;= high: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attempts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Находим середину текущего диапазона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Используем целочисленное деление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mid = (low + high) //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Если диапазон схлопнулся в одно число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low == high: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print(f"Ваше число: {low}?")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confirm = input("Это верно? (y/n): ").lower()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confirm in ['y', 'д', 'yes']: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print(f"Ура! Я угадал число {low} за {attempts} попыток!")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return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print("Похоже, вы ошиблись в ответах ранее, так как других вариантов нет.")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return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Задаем вопрос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question = f"Ваше число больше {mid}?"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answer = input(f"{question} (y/n): ").lower()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answer in ['q', 'quit', 'выход']: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print("Игра завершена.")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return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answer in ['y', 'д', 'yes']: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Число больше mid, значит нижняя граница сдвигается на mid + 1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low = mid + 1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elif answer in ['n', 'н', 'no']: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Число не больше mid (значит меньше или равно), верхняя граница становится mid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high = mid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print("Непонятный ответ. Пожалуйста, используйте 'y' (да) или 'n' (нет).")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attempts -= 1 # Не считаем эту попытку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print("Что-то пошло не так. Проверьте, честно ли вы отвечали на вопросы!")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__name__ == "__main__":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main()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6729840" y="-3519360"/>
            <a:ext cx="5330160" cy="1380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import math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def main():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print("=== Игра: Компьютер угадывает ваше число ===")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print("Загадайте целое число, а я попробую его отгадать.")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1. Получение диапазона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while True: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 = int(input("Введите нижнюю границу диапазона (N):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 = int(input("Введите верхнюю границу диапазона (M):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N &gt; M: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print("❌ Ошибка: N не может быть больше M. Попробуйте снова.")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break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print("❌ Пожалуйста, введите целые числа.")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print(f"\n✅ Отлично! Ваше число находится в диапазоне [{N}, {M}].")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print("Отвечайте на мои вопросы:")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  'y' / 'д' — Да, это моё число")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  '&gt;' — моё число БОЛЬШЕ")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  '&lt;' — моё число МЕНЬШЕ")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  'q' — начать заново / выход\n")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2. Инициализация границ поиска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low = 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high = 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attempts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3. Цикл бинарного поиска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while low &lt;= high: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attempts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mid = (low + high) //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Спрашиваем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response = input(f"Попытка #{attempts}: Это число {mid}? (y/&lt;/&gt;/q): ").lower().strip()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response in ['q', 'й']:  # 'й' для русской раскладки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print("🔄 Начинаю заново...")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return main()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response in ['y', 'д']: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print(f"\n🎉 Ура! Я угадал ваше число — {mid} — за {attempts} попыток!")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return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elif response == '&gt;':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low = mid + 1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elif response == '&lt;':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high = mid - 1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print("⚠️ Не понял ответ. Используйте: y, &lt;, &gt; или q")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attempts -= 1  # не считаем некорректный ввод за попытку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continue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Если цикл завершился, но число не найдено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print(f"\n🤔 Хм... Похоже, число не в диапазоне [{N}, {M}] или была ошибка в ответах.")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print("Попробуйте начать заново и проверять ответы.")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Запуск игры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__name__ == "__main__":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main()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Normal.dotm</Template>
  <TotalTime>55</TotalTime>
  <Application>LibreOffice/7.6.7.2$Linux_X86_64 LibreOffice_project/60$Build-2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2026-05-15T20:11:14Z</dcterms:created>
  <dc:creator/>
  <dc:description/>
  <dc:language>ru-RU</dc:language>
  <cp:lastModifiedBy/>
  <dcterms:modified xsi:type="dcterms:W3CDTF">2026-05-16T13:54:21Z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